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669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</a:defRPr>
            </a:pPr>
            <a:r>
              <a:t>SpaceRisk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Tous vos risques, du terrain jusqu'au conseil d'administration.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7D0EF"/>
                </a:solidFill>
              </a:defRPr>
            </a:pPr>
            <a:r>
              <a:t>Une gestion des risques ISO 31000 conviviale, avec bowties, barrières et un rythme mensuel.</a:t>
            </a:r>
          </a:p>
        </p:txBody>
      </p:sp>
      <p:pic>
        <p:nvPicPr>
          <p:cNvPr id="7" name="Picture 6" descr="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303520" cy="2227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Les registres des risques meurent dans des tableurs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Mis à jour une fois par an, lus par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Les mesures de maîtrise sont listées, jamais testées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La direction voit des chiffres, pas des barrières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Projets et équipes tiennent chacun leur propre liste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SpaceRisk en une phrase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237744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6314D"/>
                </a:solidFill>
              </a:defRPr>
            </a:pPr>
            <a:r>
              <a:t>Les équipes font vivre leurs risques et leurs barrières chaque mois — et la direction voit l'ensemble sous forme de bowties, de cartes des risques et de montants financiers.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Le bowtie : un risque sur une page</a:t>
            </a:r>
          </a:p>
        </p:txBody>
      </p:sp>
      <p:pic>
        <p:nvPicPr>
          <p:cNvPr id="4" name="Picture 3" descr="bow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669280" cy="2381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Menaces → barrières préventives → événement dangereux → barrières de protection → conséquences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Barrières colorées selon leur efficacité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Failles signalées par des lignes rouges en pointillés</a:t>
            </a:r>
          </a:p>
        </p:txBody>
      </p:sp>
      <p:pic>
        <p:nvPicPr>
          <p:cNvPr id="6" name="Picture 5" descr="domain-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937760" cy="2915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De l'équipe au CEO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Membre de l'équipe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Saisit les nouveaux risques et revoit les risques existants.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Responsable d'équipe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Contrôle les barrières de l'équipe et valide le rapport mensuel.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CEO / CISO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Reçoit la synthèse de direction, la carte des risques et la vision financière — en PDF ou PowerPoint.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B6585"/>
                </a:solidFill>
              </a:defRPr>
            </a:pPr>
            <a:r>
              <a:t>Chaque mois, les propriétaires de barrières confirment que leurs mesures fonctionnent toujours — ou les signalent avant qu'elles ne cèdent.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De l'équipe projet au chef de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Chaque projet est une équipe avec ses propres risques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Les chefs de projet soumettent le rapport mensuel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Tous les projets côte à côte, exportables</a:t>
            </a:r>
          </a:p>
        </p:txBody>
      </p:sp>
      <p:pic>
        <p:nvPicPr>
          <p:cNvPr id="5" name="Picture 4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Un rythme mensuel qui s'installe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Chaque risque revu, chaque barrière contrôlée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Le rapport ne peut être soumis qu'une fois le travail terminé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Les tendances montrent si le risque augmente ou diminue</a:t>
            </a:r>
          </a:p>
        </p:txBody>
      </p:sp>
      <p:pic>
        <p:nvPicPr>
          <p:cNvPr id="5" name="Picture 4" descr="executiv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Le risque chiffré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Exposition totale, Value at Risk (VaR) et perte annuelle attendue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Avant et après barrières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Le rendement de chaque couronne investie dans les mesures de maîtrise</a:t>
            </a:r>
          </a:p>
        </p:txBody>
      </p:sp>
      <p:pic>
        <p:nvPicPr>
          <p:cNvPr id="5" name="Picture 4" descr="financial-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6700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Prêt pour le conseil d'administration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Synthèse de direction avec messages clés et votre commentaire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PDF, PowerPoint et Excel pour chaque page, équipe et projet</a:t>
            </a:r>
          </a:p>
        </p:txBody>
      </p:sp>
      <p:pic>
        <p:nvPicPr>
          <p:cNvPr id="5" name="Picture 4" descr="executiv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Conçu pour votre secteur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92 entreprises de démonstration réalistes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Des hôpitaux et compagnies aériennes aux plateformes pétrolières et hedge funds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Chargez-en une en un clic sur une nouvelle installation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Nous contacter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Nous hébergeons SpaceRisk pour vous — ou vous l'hébergez vous-même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Exportez vos données dans de nombreux formats : PDF, PowerPoint, Excel et sauvegardes complètes de la base de données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Vos données vous appartiennent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thomas.frivold@frivolddigital.com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