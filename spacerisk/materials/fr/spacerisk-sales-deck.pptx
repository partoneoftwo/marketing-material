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Tous vos risques, du terrain jusqu'au conseil d'administration.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Une gestion des risques ISO 31000 conviviale, avec bowties, barrières et un rythme mensuel.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Les registres des risques meurent dans des tableurs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Mis à jour une fois par an, lus par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Les mesures de maîtrise sont listées, jamais testées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La direction voit des chiffres, pas des barrières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Projets et équipes tiennent chacun leur propre liste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en une phrase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Les équipes font vivre leurs risques et leurs barrières chaque mois — et la direction voit l'ensemble sous forme de bowties, de cartes des risques et de montants financiers.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Le bowtie : un risque sur une page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Menaces → barrières préventives → événement redouté → barrières de protection → conséquences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Barrières colorées selon leur efficacité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Failles signalées par des lignes rouges en pointillés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 l'équipe au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Membre de 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Saisit les nouveaux risques et revoit les risques existants.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Responsable d'équipe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Contrôle les barrières de l'équipe et valide le rapport mensuel.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Reçoit la synthèse de direction, la carte des risques et la vision financière — en PDF ou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Chaque mois, les propriétaires de barrières confirment que leurs mesures fonctionnent toujours — ou les signalent avant qu'elles ne cèdent.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 l'équipe projet au chef de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Chaque projet est une équipe avec ses propres risques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Les chefs de projet soumettent le rapport mensuel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Tous les projets côte à côte, exportables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Un rythme mensuel qui s'installe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Chaque risque revu, chaque barrière contrôlée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Le rapport ne peut être soumis qu'une fois le travail terminé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Les tendances montrent si le risque augmente ou diminue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Le risque chiffré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Exposition totale, Value at Risk (VaR) et perte annuelle attendue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Avant et après barrières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Le rendement de chaque couronne investie dans les mesures de maîtrise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Prêt pour le conseil d'administration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Synthèse de direction avec messages clés et votre commentaire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et Excel pour chaque page, équipe et projet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Conçu pour votre secteur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91 entreprises de démonstration réalistes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Des hôpitaux et compagnies aériennes aux plateformes pétrolières et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Chargez-en une en un clic sur une nouvelle installation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Nous contacter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Nous hébergeons SpaceRisk pour vous — ou vous l'hébergez vous-même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Exportez vos données dans de nombreux formats : PDF, PowerPoint, Excel et sauvegardes complètes de la base de données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Vos données vous appartiennent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