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Ogni rischio sotto controllo — dai team al consiglio di amministrazione.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Gestione del rischio ISO 31000 semplice e intuitiva, con bowtie, barriere e un ritmo mensile.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I registri dei rischi muoiono nei fogli di calcolo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Aggiornati una volta l'anno, letti da nessuno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I controlli vengono elencati, mai verificati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I dirigenti vedono numeri, non barriere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Progetti e team tengono elenchi separati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SpaceRisk in una frase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I team mantengono vivi ogni mese i propri rischi e le proprie barriere — e i vertici vedono il quadro completo in bowtie, mappe di calore e valori economici.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Il bowtie: un rischio in una pagina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Minacce → barriere preventive → evento principale (top event) → barriere mitigative → conseguenze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Barriere colorate in base all'efficacia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Lacune evidenziate da linee rosse tratteggiate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Dal team al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Membro del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Registra i nuovi rischi e rivede quelli esistenti.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Responsabile del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Verifica le barriere del team e attesta il report mensile.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Riceve la sintesi direzionale, la mappa di calore e la vista finanziaria — in PDF o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Ogni mese i responsabili delle barriere confermano che i loro controlli funzionano ancora — oppure li segnalano prima che cedano.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Dal team di progetto al project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Ogni progetto è un team con i propri rischi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I project manager inviano il report mensile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Tutti i progetti a confronto, esportabili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Un ritmo mensile che funziona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Ogni rischio rivisto, ogni barriera di competenza verificata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Il report può essere inviato solo a lavoro completato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I trend mostrano se il rischio sta aumentando o diminuendo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Il rischio in termini economici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Esposizione totale, Value at Risk (VaR) e perdita annua attesa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Prima e dopo le barriere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Ritorno di ogni corona investita nei controlli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Pronto per il consiglio di amministrazione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Sintesi direzionale con messaggi chiave e il Suo commento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ed Excel per ogni pagina, team e progetto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Pensato per il Suo settore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93 aziende dimostrative realistiche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Da ospedali e compagnie aeree a piattaforme petrolifere e hedge fund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Ne carichi una con un clic su una nuova installazione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Contatti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Ospitiamo SpaceRisk per Lei — oppure lo installa Lei in self-hosting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Esporti i Suoi dati in molti formati: PDF, PowerPoint, Excel e backup completi del database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I dati restano Suoi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