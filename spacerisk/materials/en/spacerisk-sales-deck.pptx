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66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SpaceRisk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See every risk — from the team floor to the boardroom.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7D0EF"/>
                </a:solidFill>
              </a:defRPr>
            </a:pPr>
            <a:r>
              <a:t>Friendly ISO 31000 risk management with bowties, barriers and a monthly rhythm.</a:t>
            </a:r>
          </a:p>
        </p:txBody>
      </p:sp>
      <p:pic>
        <p:nvPicPr>
          <p:cNvPr id="7" name="Picture 6" descr="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303520" cy="2227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Risk registers die in spreadsheets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Updated once a year, read by nobody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Controls are listed, never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Executives see numbers, not barriers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Projects and teams keep separate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SpaceRisk 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237744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6314D"/>
                </a:solidFill>
              </a:defRPr>
            </a:pPr>
            <a:r>
              <a:t>Teams keep their risks and barriers alive every month — and leaders see the whole picture as bowties, heat maps and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The bowtie: one risk on one page</a:t>
            </a:r>
          </a:p>
        </p:txBody>
      </p:sp>
      <p:pic>
        <p:nvPicPr>
          <p:cNvPr id="4" name="Picture 3" descr="bow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669280" cy="2381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Threats → preventive barriers → top event → mitigative barriers → consequences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Barriers coloured by effectiveness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Gaps shown as dashed red lines</a:t>
            </a:r>
          </a:p>
        </p:txBody>
      </p:sp>
      <p:pic>
        <p:nvPicPr>
          <p:cNvPr id="6" name="Picture 5" descr="domain-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937760" cy="291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From team to 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Team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Logs new risks and reviews existing ones.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Team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Checks the team's barriers and attests the monthly return.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CEO / CISO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Gets the executive summary, heat map and financial view — as PDF or PowerPoint.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B6585"/>
                </a:solidFill>
              </a:defRPr>
            </a:pPr>
            <a:r>
              <a:t>Barrier owners confirm every month that their controls still work — or flag them before they fail.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From project team to project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Every project is a team with its own risks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Project managers submit the monthly return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All projects side by side, exportable</a:t>
            </a:r>
          </a:p>
        </p:txBody>
      </p:sp>
      <p:pic>
        <p:nvPicPr>
          <p:cNvPr id="5" name="Picture 4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A monthly rhythm that sticks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Every risk reviewed, every owned barrier checked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Returns can only be submitted when the work is done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Trends show whether risk is going up or down</a:t>
            </a:r>
          </a:p>
        </p:txBody>
      </p:sp>
      <p:pic>
        <p:nvPicPr>
          <p:cNvPr id="5" name="Picture 4" descr="execut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Risk in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Total exposure, Value at Risk and expected annual loss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Before and after barriers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Return on every krone spent on controls</a:t>
            </a:r>
          </a:p>
        </p:txBody>
      </p:sp>
      <p:pic>
        <p:nvPicPr>
          <p:cNvPr id="5" name="Picture 4" descr="financial-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6700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Ready for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Executive summary with key messages and your comment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PDF, PowerPoint and Excel for every page, team and project</a:t>
            </a:r>
          </a:p>
        </p:txBody>
      </p:sp>
      <p:pic>
        <p:nvPicPr>
          <p:cNvPr id="5" name="Picture 4" descr="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Built for your sector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93 realistic showcase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From hospitals and airlines to oil platforms and hedge 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Load one in a click on a fresh install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Get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Self-hosted on Cloudron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Your data stays with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Load a showcase and invite your teams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