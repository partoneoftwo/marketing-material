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See every risk — from the team floor to the boardroom.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Friendly ISO 31000 risk management with bowties, barriers and a monthly rhythm.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Risk registers die in spreadsheets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Updated once a year, read by nobody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Controls are listed, never tested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Executives see numbers, not barriers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Projects and teams keep separate lists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Teams keep their risks and barriers alive every month — and leaders see the whole picture as bowties, heat maps and money.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The bowtie: one risk on one page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Threats → preventive barriers → hazard event → mitigative barriers → consequences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Barriers coloured by effectiveness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Gaps shown as dashed red lines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From team to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 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Logs new risks and reviews existing ones.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Checks the team's barriers and attests the monthly return.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Gets the executive summary, heat map and financial view — as PDF or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Barrier owners confirm every month that their controls still work — or flag them before they fail.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From project team to project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Every project is a team with its own risks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Project managers submit the monthly return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All projects side by side, exportable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A monthly rhythm that sticks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Every risk reviewed, every owned barrier checked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Returns can only be submitted when the work is done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Trends show whether risk is going up or down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Risk in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Total exposure, Value at Risk and expected annual loss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Before and after barriers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Return on every krone spent on controls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Ready for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Executive summary with key messages and your comment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and Excel for every page, team and project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Built for your sector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92 realistic showcase companies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From hospitals and airlines to oil platforms and hedge funds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Load one in a click on a fresh install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Contact 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We host SpaceRisk for you — or you self-host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 your data in many formats: PDF, PowerPoint, Excel and full database backups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Your data is yours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