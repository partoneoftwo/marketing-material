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Veja cada risco — da equipe na linha de frente até a sala do conselho.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Gestão de riscos ISO 31000 descomplicada, com bowties, barreiras e um ritmo mensal.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Registros de riscos morrem em planilhas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Atualizados uma vez por ano, lidos por ninguém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 controles são listados, mas nunca testados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 executivos veem números, não barreiras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Projetos e equipes mantêm listas separadas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O SpaceRisk em uma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As equipes mantêm seus riscos e barreiras vivos todo mês — e os líderes enxergam o quadro completo em bowties, mapas de calor e dinheiro.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O bowtie: um risco em uma página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Ameaças → barreiras preventivas → evento topo → barreiras mitigadoras → consequências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Barreiras coloridas conforme a eficácia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Lacunas exibidas como linhas vermelhas tracejadas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 equipe ao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Membro da equipe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novos riscos e revisa os existentes.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Líder da 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Verifica as barreiras da equipe e atesta o relatório mensal.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Recebe o resumo executivo, o mapa de calor e a visão financeira — em PDF ou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Os responsáveis pelas barreiras confirmam todo mês que seus controles continuam funcionando — ou dão o alerta antes que falhem.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 equipe do projeto ao gerente de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projeto é uma equipe com seus próprios riscos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Gerentes de projeto enviam o relatório mensal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Todos os projetos lado a lado, prontos para exportar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Um ritmo mensal que pega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 risco revisado, toda barreira sob responsabilidade verificada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 relatório só pode ser enviado quando o trabalho estiver concluído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As tendências mostram se o risco está subindo ou caindo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Risco em dinheiro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Exposição total, Valor em Risco (VaR) e perda anual esperada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Antes e depois das barreiras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Retorno de cada coroa investida em controles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Pronto para o conselho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Resumo executivo com mensagens-chave e o seu comentário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 Excel para cada página, equipe e projeto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Feito para o seu setor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empresas de vitrine realistas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 hospitais e companhias aéreas a plataformas de petróleo e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Carregue uma com um clique em uma instalação nova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Fale conosco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Nós hospedamos o SpaceRisk para você — ou você mesmo o hospeda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Exporte seus dados em vários formatos: PDF, PowerPoint, Excel e backups completos do banco de dados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Seus dados são seus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