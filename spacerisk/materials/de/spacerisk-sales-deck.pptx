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Jedes Risiko im Blick — vom Team bis in die Chefetage.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Benutzerfreundliches Risikomanagement nach ISO 31000 mit Bowties, Barrieren und einem monatlichen Rhythmus.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Risikoregister verstauben in Tabellen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Einmal im Jahr aktualisiert, von niemandem gelesen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Maßnahmen werden aufgelistet, aber nie geprüft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Die Geschäftsleitung sieht Zahlen, keine Barrieren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Projekte und Teams führen getrennte Listen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SpaceRisk in einem Satz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Teams halten ihre Risiken und Barrieren jeden Monat aktuell — und die Führung sieht das Gesamtbild als Bowties, Heatmaps und in Geld.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Der Bowtie: ein Risiko auf einer Seite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Bedrohungen → präventive Barrieren → Top-Ereignis → mitigierende Barrieren → Folgen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Barrieren nach Wirksamkeit eingefärbt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Lücken als rote gestrichelte Linien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Vom Team bis zum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Teammitglied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Erfasst neue Risiken und überprüft bestehende.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Teamleitung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Prüft die Barrieren des Teams und bestätigt den Monatsbericht.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Erhält Management-Zusammenfassung, Heatmap und Finanzsicht — als PDF oder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Barrieren-Verantwortliche bestätigen jeden Monat, dass ihre Maßnahmen noch wirken — oder melden Schwachstellen, bevor etwas versagt.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Vom Projektteam zur Projektleitung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Jedes Projekt ist ein Team mit eigenen Risiken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Projektleitungen reichen den Monatsbericht ein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Alle Projekte nebeneinander, exportierbar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Ein Monatsrhythmus, der sich hält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Jedes Risiko überprüft, jede eigene Barriere kontrolliert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Berichte lassen sich erst einreichen, wenn die Arbeit erledigt ist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Trends zeigen, ob das Risiko steigt oder sinkt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Risiko in Geld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Gesamtexposition, Value at Risk (VaR) und erwarteter Jahresverlust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Vor und nach Barrieren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Rendite jeder in Maßnahmen investierten Krone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Bereit für den Vorstand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Management-Zusammenfassung mit Kernaussagen und Ihrem Kommentar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und Excel für jede Seite, jedes Team und jedes Projekt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Gemacht für Ihre Branche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93 realistische Beispielunternehmen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Von Krankenhäusern und Fluggesellschaften bis zu Ölplattformen und Hedgefonds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Bei einer Neuinstallation mit einem Klick laden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Loslegen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Selbst gehostet auf Cloudron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Ihre Daten bleiben bei Ihnen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Laden Sie ein Beispielunternehmen und holen Sie Ihre Teams noch heute dazu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