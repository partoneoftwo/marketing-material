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669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</a:defRPr>
            </a:pPr>
            <a:r>
              <a:t>SpaceRisk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Jedes Risiko im Blick — vom Team bis in die Chefetage.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C7D0EF"/>
                </a:solidFill>
              </a:defRPr>
            </a:pPr>
            <a:r>
              <a:t>Benutzerfreundliches Risikomanagement nach ISO 31000 mit Bowties, Barrieren und einem monatlichen Rhythmus.</a:t>
            </a:r>
          </a:p>
        </p:txBody>
      </p:sp>
      <p:pic>
        <p:nvPicPr>
          <p:cNvPr id="7" name="Picture 6" descr="bow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5303520" cy="22274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Risikoregister verstauben in Tabellen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97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Einmal im Jahr aktualisiert, von niemandem gelesen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Maßnahmen werden aufgelistet, aber nie geprüft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79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Die Geschäftsleitung sieht Zahlen, keine Barrieren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9204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Projekte und Teams führen getrennte Listen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SpaceRisk in einem Satz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237744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26314D"/>
                </a:solidFill>
              </a:defRPr>
            </a:pPr>
            <a:r>
              <a:t>Teams halten ihre Risiken und Barrieren jeden Monat aktuell — und die Führung sieht das Gesamtbild als Bowties, Heatmaps und in Geld.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Der Bowtie: ein Risiko auf einer Seite</a:t>
            </a:r>
          </a:p>
        </p:txBody>
      </p:sp>
      <p:pic>
        <p:nvPicPr>
          <p:cNvPr id="4" name="Picture 3" descr="bow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669280" cy="23810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7200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Bedrohungen → präventive Barrieren → Gefährdungsereignis → mitigierende Barrieren → Folgen</a:t>
            </a:r>
          </a:p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Barrieren nach Wirksamkeit eingefärbt</a:t>
            </a:r>
          </a:p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Lücken als rote gestrichelte Linien</a:t>
            </a:r>
          </a:p>
        </p:txBody>
      </p:sp>
      <p:pic>
        <p:nvPicPr>
          <p:cNvPr id="6" name="Picture 5" descr="domain-bow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37360"/>
            <a:ext cx="4937760" cy="29152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Vom Team bis zum CEO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3291840" cy="2194560"/>
          </a:xfrm>
          <a:prstGeom prst="roundRect">
            <a:avLst/>
          </a:prstGeom>
          <a:solidFill>
            <a:srgbClr val="E3FBF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A44"/>
                </a:solidFill>
              </a:defRPr>
            </a:pPr>
            <a:r>
              <a:t>Teammitglied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Erfasst neue Risiken und überprüft bestehende.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3063240"/>
            <a:ext cx="457200" cy="45720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2194560"/>
            <a:ext cx="3291840" cy="2194560"/>
          </a:xfrm>
          <a:prstGeom prst="roundRect">
            <a:avLst/>
          </a:prstGeom>
          <a:solidFill>
            <a:srgbClr val="E3FBF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A44"/>
                </a:solidFill>
              </a:defRPr>
            </a:pPr>
            <a:r>
              <a:t>Teamleitung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0175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Prüft die Barrieren des Teams und bestätigt den Monatsbericht.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18120" y="3063240"/>
            <a:ext cx="457200" cy="45720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2194560"/>
            <a:ext cx="3291840" cy="2194560"/>
          </a:xfrm>
          <a:prstGeom prst="roundRect">
            <a:avLst/>
          </a:prstGeom>
          <a:solidFill>
            <a:srgbClr val="E3FBF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A44"/>
                </a:solidFill>
              </a:defRPr>
            </a:pPr>
            <a:r>
              <a:t>CEO / CISO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0175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Erhält Management-Zusammenfassung, Heatmap und Finanzsicht — als PDF oder PowerPoint.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B6585"/>
                </a:solidFill>
              </a:defRPr>
            </a:pPr>
            <a:r>
              <a:t>Barrieren-Verantwortliche bestätigen jeden Monat, dass ihre Maßnahmen noch wirken — oder melden Schwachstellen, bevor etwas versagt.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Vom Projektteam zur Projektleitung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Jedes Projekt ist ein Team mit eigenen Risiken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Projektleitungen reichen den Monatsbericht ein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Alle Projekte nebeneinander, exportierbar</a:t>
            </a:r>
          </a:p>
        </p:txBody>
      </p:sp>
      <p:pic>
        <p:nvPicPr>
          <p:cNvPr id="5" name="Picture 4" descr="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Ein Monatsrhythmus, der sich hält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Jedes Risiko überprüft, jede eigene Barriere kontrolliert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Berichte lassen sich erst einreichen, wenn die Arbeit erledigt ist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Trends zeigen, ob das Risiko steigt oder sinkt</a:t>
            </a:r>
          </a:p>
        </p:txBody>
      </p:sp>
      <p:pic>
        <p:nvPicPr>
          <p:cNvPr id="5" name="Picture 4" descr="executiv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Risiko in Geld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Gesamtexposition, Value at Risk (VaR) und erwarteter Jahresverlust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Vor und nach Barrieren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Rendite jeder in Maßnahmen investierten Krone</a:t>
            </a:r>
          </a:p>
        </p:txBody>
      </p:sp>
      <p:pic>
        <p:nvPicPr>
          <p:cNvPr id="5" name="Picture 4" descr="financial-persp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67005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Bereit für den Vorstand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Management-Zusammenfassung mit Kernaussagen und Ihrem Kommentar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PDF, PowerPoint und Excel für jede Seite, jedes Team und jedes Projekt</a:t>
            </a:r>
          </a:p>
        </p:txBody>
      </p:sp>
      <p:pic>
        <p:nvPicPr>
          <p:cNvPr id="5" name="Picture 4" descr="executive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Gemacht für Ihre Branche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97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92 realistische Beispielunternehmen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Von Krankenhäusern und Fluggesellschaften bis zu Ölplattformen und Hedgefonds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79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Bei einer Neuinstallation mit einem Klick laden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Kontaktieren Sie 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Wir hosten SpaceRisk für Sie — oder Sie hosten es selbst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Exportieren Sie Ihre Daten in vielen Formaten: PDF, PowerPoint, Excel und vollständige Datenbank-Backups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79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Ihre Daten gehören Ihnen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9204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97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thomas.frivold@frivolddigital.com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