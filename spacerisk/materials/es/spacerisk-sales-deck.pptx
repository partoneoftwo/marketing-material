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Todos los riesgos a la vista, del equipo al consejo de administración.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Gestión de riesgos ISO 31000 sencilla, con bowties, barreras y un ritmo mensual.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Los registros de riesgos mueren en hojas de cálculo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Se actualizan una vez al año y nadie los lee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Los controles se enumeran, pero nunca se prueban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La dirección ve cifras, no barreras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Proyectos y equipos llevan listas por separado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en una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Los equipos mantienen vivos sus riesgos y barreras cada mes, y la dirección ve el panorama completo en bowties, mapas de calor y dinero.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El bowtie: un riesgo en una página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Amenazas → barreras preventivas → evento principal → barreras mitigadoras → consecuencias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Barreras coloreadas según su eficacia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Brechas indicadas con líneas rojas discontinuas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Del equipo al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Miembro del equipo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nuevos riesgos y revisa los existentes.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Responsable del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Comprueba las barreras del equipo y certifica el informe mensual.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Recibe el resumen ejecutivo, el mapa de calor y la vista financiera, en PDF o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Los responsables de cada barrera confirman cada mes que sus controles siguen funcionando, o los señalan antes de que fallen.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Del equipo de proyecto al director de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proyecto es un equipo con sus propios riesgos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Los directores de proyecto envían el informe mensual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Todos los proyectos lado a lado, exportables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ritmo mensual que se mantiene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riesgo revisado, cada barrera propia comprobada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Los informes solo pueden enviarse cuando el trabajo está hecho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Las tendencias muestran si el riesgo sube o baja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El riesgo en dinero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Exposición total, Valor en Riesgo (VaR) y pérdida anual esperada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Antes y después de las barreras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Retorno de cada corona invertida en controles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Listo para el consejo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Resumen ejecutivo con mensajes clave y su comentario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y Excel para cada página, equipo y proyecto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Pensado para su sector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91 empresas de ejemplo realistas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Desde hospitales y aerolíneas hasta plataformas petrolíferas y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Cargue una con un clic en una instalación nueva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Contáctenos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Alojamos SpaceRisk por usted, o lo autoaloja usted mismo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Exporte sus datos en muchos formatos: PDF, PowerPoint, Excel y copias de seguridad completas de la base de datos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Sus datos son suyos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